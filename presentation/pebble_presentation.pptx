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63" d="100"/>
          <a:sy n="163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37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51960" y="731520"/>
            <a:ext cx="228600" cy="228600"/>
          </a:xfrm>
          <a:prstGeom prst="ellipse">
            <a:avLst/>
          </a:prstGeom>
          <a:solidFill>
            <a:srgbClr val="5A8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Pebble.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 place to start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 Reduction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Innovation Challenge Hackathon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Cloud and AI Platforms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Pebble  |  SHPE-supported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solidFill>
            <a:srgbClr val="E8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Neurodiverse individuals </a:t>
            </a:r>
            <a:r>
              <a:rPr lang="en-US" sz="1600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cognitive overload daily. Dense documents, unstructured schedules, and complex multi-step tasks create friction that most productivity tools ignore or make worse.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A8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global population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neurodivergent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A8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feeling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by information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A8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0936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tools designed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cognitive accessibility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Pebble. </a:t>
            </a:r>
            <a:r>
              <a:rPr lang="en-US" sz="1500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AI-powered cognitive companion that transforms overwhelming information into calm, structured, personalized formats. Named after the worry stone </a:t>
            </a:r>
            <a:r>
              <a:rPr lang="en-US" sz="1500" i="1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reach for when the world feels like too much.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840480" cy="12344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" cy="1234440"/>
          </a:xfrm>
          <a:prstGeom prst="rect">
            <a:avLst/>
          </a:prstGeom>
          <a:solidFill>
            <a:srgbClr val="5A8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Pebble about anything in your life. It organizes your thoughts into actionable 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2103120"/>
            <a:ext cx="3840480" cy="12344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2103120"/>
            <a:ext cx="54864" cy="1234440"/>
          </a:xfrm>
          <a:prstGeom prst="rect">
            <a:avLst/>
          </a:prstGeom>
          <a:solidFill>
            <a:srgbClr val="3B7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2212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simplification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 or paste text. Pebble summarizes at your reading level with explainability built 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840480" cy="12344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4864" cy="1234440"/>
          </a:xfrm>
          <a:prstGeom prst="rect">
            <a:avLst/>
          </a:prstGeom>
          <a:solidFill>
            <a:srgbClr val="D48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630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Pebble a goal. It breaks it into small, timed steps with due dates and priorities.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520440"/>
            <a:ext cx="3840480" cy="12344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3520440"/>
            <a:ext cx="54864" cy="1234440"/>
          </a:xfrm>
          <a:prstGeom prst="rect">
            <a:avLst/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3630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time. Timer, pause, breaks, no distractions. Pebble keeps you grounded.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434840" y="1417320"/>
            <a:ext cx="164592" cy="164592"/>
          </a:xfrm>
          <a:prstGeom prst="ellipse">
            <a:avLst/>
          </a:prstGeom>
          <a:solidFill>
            <a:srgbClr val="5A8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34747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4028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34747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34747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4068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34747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solution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Azure services, 3 logical layers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0F6F4"/>
          </a:solidFill>
          <a:ln w="6350">
            <a:solidFill>
              <a:srgbClr val="5A8A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security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377440" cy="548640"/>
          </a:xfrm>
          <a:prstGeom prst="rect">
            <a:avLst/>
          </a:prstGeom>
          <a:solidFill>
            <a:srgbClr val="E6F0FB"/>
          </a:solidFill>
          <a:ln w="635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host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377440" cy="548640"/>
          </a:xfrm>
          <a:prstGeom prst="rect">
            <a:avLst/>
          </a:prstGeom>
          <a:solidFill>
            <a:srgbClr val="F1EFE8"/>
          </a:solidFill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560320" cy="548640"/>
          </a:xfrm>
          <a:prstGeom prst="rect">
            <a:avLst/>
          </a:prstGeom>
          <a:solidFill>
            <a:srgbClr val="EEEDFE"/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+ custom metrics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E8F2EF"/>
          </a:solidFill>
          <a:ln w="6350">
            <a:solidFill>
              <a:srgbClr val="5A8A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2377440" cy="548640"/>
          </a:xfrm>
          <a:prstGeom prst="rect">
            <a:avLst/>
          </a:prstGeom>
          <a:solidFill>
            <a:srgbClr val="E1F5EE"/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summaries, tasks, nudges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377440" cy="548640"/>
          </a:xfrm>
          <a:prstGeom prst="rect">
            <a:avLst/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Safety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+ pressure filter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834640"/>
            <a:ext cx="2560320" cy="548640"/>
          </a:xfrm>
          <a:prstGeom prst="rect">
            <a:avLst/>
          </a:prstGeom>
          <a:solidFill>
            <a:srgbClr val="E1F5EE"/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PDF/Word text extraction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5A8A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services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3794760" cy="548640"/>
          </a:xfrm>
          <a:prstGeom prst="rect">
            <a:avLst/>
          </a:prstGeom>
          <a:solidFill>
            <a:srgbClr val="E6F0FB"/>
          </a:solidFill>
          <a:ln w="635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 (NoSQL, serverless)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preferences, task state, chat history, cached results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4114800"/>
            <a:ext cx="3794760" cy="548640"/>
          </a:xfrm>
          <a:prstGeom prst="rect">
            <a:avLst/>
          </a:prstGeom>
          <a:solidFill>
            <a:srgbClr val="E6F0FB"/>
          </a:solidFill>
          <a:ln w="635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41148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archive under user-scoped paths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0" y="2286000"/>
            <a:ext cx="0" cy="228600"/>
          </a:xfrm>
          <a:prstGeom prst="line">
            <a:avLst/>
          </a:prstGeom>
          <a:noFill/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0" y="3566160"/>
            <a:ext cx="0" cy="228600"/>
          </a:xfrm>
          <a:prstGeom prst="line">
            <a:avLst/>
          </a:prstGeom>
          <a:noFill/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23760" y="3566160"/>
            <a:ext cx="0" cy="228600"/>
          </a:xfrm>
          <a:prstGeom prst="line">
            <a:avLst/>
          </a:prstGeom>
          <a:noFill/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data flows through Pebble.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journey: 5 services in one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411480" cy="411480"/>
          </a:xfrm>
          <a:prstGeom prst="ellipse">
            <a:avLst/>
          </a:prstGeom>
          <a:solidFill>
            <a:srgbClr val="3B7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React 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664208"/>
            <a:ext cx="365760" cy="0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411480" cy="411480"/>
          </a:xfrm>
          <a:prstGeom prst="ellipse">
            <a:avLst/>
          </a:prstGeom>
          <a:solidFill>
            <a:srgbClr val="3B7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606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archived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user path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1664208"/>
            <a:ext cx="365760" cy="0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43400" y="1463040"/>
            <a:ext cx="411480" cy="411480"/>
          </a:xfrm>
          <a:prstGeom prst="ellipse">
            <a:avLst/>
          </a:prstGeom>
          <a:solidFill>
            <a:srgbClr val="5A8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340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Intelligence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606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extracted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1664208"/>
            <a:ext cx="365760" cy="0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0760" y="1463040"/>
            <a:ext cx="411480" cy="411480"/>
          </a:xfrm>
          <a:prstGeom prst="ellipse">
            <a:avLst/>
          </a:prstGeom>
          <a:solidFill>
            <a:srgbClr val="5A8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606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simplifies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user's level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95160" y="1664208"/>
            <a:ext cx="365760" cy="0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18120" y="1463040"/>
            <a:ext cx="411480" cy="411480"/>
          </a:xfrm>
          <a:prstGeom prst="ellipse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1812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2606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screened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pressure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interaction journey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3886200"/>
            <a:ext cx="1463040" cy="7772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8912" y="3931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message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" y="43159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83080" y="4270248"/>
            <a:ext cx="36576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103120" y="3886200"/>
            <a:ext cx="1463040" cy="7772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76272" y="3931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screens input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76272" y="43159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20440" y="4270248"/>
            <a:ext cx="36576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40480" y="3886200"/>
            <a:ext cx="1463040" cy="7772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13632" y="3931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assembled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13632" y="43159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dynamic blocks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57800" y="4270248"/>
            <a:ext cx="36576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577840" y="3886200"/>
            <a:ext cx="1463040" cy="7772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50992" y="3931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generates response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50992" y="43159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95160" y="4270248"/>
            <a:ext cx="36576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315200" y="3886200"/>
            <a:ext cx="1463040" cy="777240"/>
          </a:xfrm>
          <a:prstGeom prst="rect">
            <a:avLst/>
          </a:prstGeom>
          <a:solidFill>
            <a:srgbClr val="F7FAF9"/>
          </a:solidFill>
          <a:ln w="6350">
            <a:solidFill>
              <a:srgbClr val="D9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88352" y="3931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screened + delivered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88352" y="431596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compliance checkbox. It is the product.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0" cy="3200400"/>
          </a:xfrm>
          <a:prstGeom prst="rect">
            <a:avLst/>
          </a:prstGeom>
          <a:solidFill>
            <a:srgbClr val="FDF6F3"/>
          </a:solidFill>
          <a:ln w="635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0" cy="4114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content safety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Azure Content Safety API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harmful content detection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Custom cognitive pressure filter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 designed for vulnerable users: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Urgency  |  Guilt  |  Shame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Catastrophizing  |  Perfectionism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Comparison  |  Overwhelm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is screened before delivery.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840480" cy="3200400"/>
          </a:xfrm>
          <a:prstGeom prst="rect">
            <a:avLst/>
          </a:prstGeom>
          <a:solidFill>
            <a:srgbClr val="F0F6F4"/>
          </a:solidFill>
          <a:ln w="635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840480" cy="411480"/>
          </a:xfrm>
          <a:prstGeom prst="rect">
            <a:avLst/>
          </a:prstGeom>
          <a:solidFill>
            <a:srgbClr val="5A8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by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language enforcement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urgency, no guilt, always offer choices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why Pebble simplified content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choices prevent decision paralysis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error handling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speak in Pebble's voice, not system codes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 escape hatch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One-button safety valve for peak cognitive load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Pebble. different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4864" cy="777240"/>
          </a:xfrm>
          <a:prstGeom prst="rect">
            <a:avLst/>
          </a:prstGeom>
          <a:solidFill>
            <a:srgbClr val="5A8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155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AI personality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with guardrails. A complete personality architecture with core identity, accessibility awareness, adaptive learning, and emotional intelligence. 1,652 lines of prompt engineering.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4864" cy="77724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pressure detection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NLP layer that catches urgency, guilt, shame, catastrophizing, perfectionism, comparison, and overwhelm. No other tool screens AI output for psychological safety of neurodivergent users.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035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as emotional support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doesn't do therapy. It reduces anxiety by turning chaos into small, manageable steps. Every 'no' comes with 'but here's what I can do.' No gamification, no streaks, no pressure.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4864" cy="777240"/>
          </a:xfrm>
          <a:prstGeom prst="rect">
            <a:avLst/>
          </a:prstGeom>
          <a:solidFill>
            <a:srgbClr val="D48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995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Full-life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study tool or a work tool. Pebble helps you organize your entire life: school, work, health, hobbies, appointments. Whatever you bring to the chat, it structures.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 and performance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8803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Redux + Tailwind + Framer 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Responsive, animated, accessible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 + FastAPI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API with SSE streaming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GPT-4o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generation: chat, tasks, summaries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Cosmos DB (NoSQL, serverless)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state, preferences, task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Content Safety + custom regex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Two-layer input/output screening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Application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custom cognitive load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Key Vault + Managed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hardcoded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App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proof of concept to production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production Pebble. would add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685800"/>
          </a:xfrm>
          <a:prstGeom prst="rect">
            <a:avLst/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/ Entra ID with RBAC for multi-user support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3840480" cy="685800"/>
          </a:xfrm>
          <a:prstGeom prst="rect">
            <a:avLst/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At-rest and in-transit encryption with customer-managed keys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840480" cy="685800"/>
          </a:xfrm>
          <a:prstGeom prst="rect">
            <a:avLst/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scaling rules based on concurrent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286000"/>
            <a:ext cx="3840480" cy="685800"/>
          </a:xfrm>
          <a:prstGeom prst="rect">
            <a:avLst/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adaptation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user patterns over time to predict cognitive load triggers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3840480" cy="685800"/>
          </a:xfrm>
          <a:prstGeom prst="rect">
            <a:avLst/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502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client for on-the-go cognitive support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154680"/>
            <a:ext cx="3840480" cy="685800"/>
          </a:xfrm>
          <a:prstGeom prst="rect">
            <a:avLst/>
          </a:prstGeom>
          <a:solidFill>
            <a:srgbClr val="2D4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502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compliance audit with neurodivergent user testing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4023360"/>
            <a:ext cx="2743200" cy="0"/>
          </a:xfrm>
          <a:prstGeom prst="line">
            <a:avLst/>
          </a:prstGeom>
          <a:noFill/>
          <a:ln w="635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Pebble.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neurodivergent minds. Useful for anyone who has ever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stared at a screen and thought, "I don't even know where to start."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876</Words>
  <Application>Microsoft Macintosh PowerPoint</Application>
  <PresentationFormat>On-screen Show (16:9)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Pebble. — Cognitive Load Reduction</dc:title>
  <dc:subject>PptxGenJS Presentation</dc:subject>
  <dc:creator>Fig / Team Pebble</dc:creator>
  <cp:lastModifiedBy>Diego Figueroa Deibis</cp:lastModifiedBy>
  <cp:revision>2</cp:revision>
  <dcterms:created xsi:type="dcterms:W3CDTF">2026-03-25T11:34:45Z</dcterms:created>
  <dcterms:modified xsi:type="dcterms:W3CDTF">2026-03-26T11:49:51Z</dcterms:modified>
</cp:coreProperties>
</file>